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80b86b54364899" /><Relationship Type="http://schemas.openxmlformats.org/officeDocument/2006/relationships/extended-properties" Target="/docProps/app.xml" Id="Rea5d2ce53fc64ce8" /><Relationship Type="http://schemas.openxmlformats.org/officeDocument/2006/relationships/officeDocument" Target="/ppt/presentation.xml" Id="R7512546eefc449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17f8c14d6f4263"/>
  </p:sldMasterIdLst>
  <p:notesMasterIdLst>
    <p:notesMasterId xmlns:r="http://schemas.openxmlformats.org/officeDocument/2006/relationships" r:id="R237e18d7688c413b"/>
  </p:notesMasterIdLst>
  <p:sldIdLst>
    <p:sldId xmlns:r="http://schemas.openxmlformats.org/officeDocument/2006/relationships" id="256" r:id="R6d9ce43d00e24cd1"/>
    <p:sldId xmlns:r="http://schemas.openxmlformats.org/officeDocument/2006/relationships" id="257" r:id="R66116507415e4b73"/>
    <p:sldId xmlns:r="http://schemas.openxmlformats.org/officeDocument/2006/relationships" id="258" r:id="Rf6e0d8f3cd384ccd"/>
    <p:sldId xmlns:r="http://schemas.openxmlformats.org/officeDocument/2006/relationships" id="259" r:id="R4d61c6ee85d545a1"/>
    <p:sldId xmlns:r="http://schemas.openxmlformats.org/officeDocument/2006/relationships" id="260" r:id="R99366062ff1c40f2"/>
    <p:sldId xmlns:r="http://schemas.openxmlformats.org/officeDocument/2006/relationships" id="261" r:id="R5a94c6b089be41ca"/>
    <p:sldId xmlns:r="http://schemas.openxmlformats.org/officeDocument/2006/relationships" id="262" r:id="R1f8b61c35a134762"/>
    <p:sldId xmlns:r="http://schemas.openxmlformats.org/officeDocument/2006/relationships" id="263" r:id="R7b5e46a4dfea4b07"/>
    <p:sldId xmlns:r="http://schemas.openxmlformats.org/officeDocument/2006/relationships" id="264" r:id="R1098195d922e4ad4"/>
    <p:sldId xmlns:r="http://schemas.openxmlformats.org/officeDocument/2006/relationships" id="265" r:id="Rede9b81fc29d4e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5b161c160f4aca" /><Relationship Type="http://schemas.openxmlformats.org/officeDocument/2006/relationships/slideMaster" Target="/ppt/slideMasters/slideMaster1.xml" Id="Rbd17f8c14d6f4263" /><Relationship Type="http://schemas.openxmlformats.org/officeDocument/2006/relationships/notesMaster" Target="/ppt/notesMasters/notesMaster1.xml" Id="R237e18d7688c413b" /><Relationship Type="http://schemas.openxmlformats.org/officeDocument/2006/relationships/presProps" Target="/ppt/presProps.xml" Id="R4060204877cd4640" /><Relationship Type="http://schemas.openxmlformats.org/officeDocument/2006/relationships/tableStyles" Target="/ppt/tableStyles.xml" Id="Rd63180a8565144d9" /><Relationship Type="http://schemas.openxmlformats.org/officeDocument/2006/relationships/slide" Target="/ppt/slides/slide1.xml" Id="R6d9ce43d00e24cd1" /><Relationship Type="http://schemas.openxmlformats.org/officeDocument/2006/relationships/slide" Target="/ppt/slides/slide2.xml" Id="R66116507415e4b73" /><Relationship Type="http://schemas.openxmlformats.org/officeDocument/2006/relationships/slide" Target="/ppt/slides/slide3.xml" Id="Rf6e0d8f3cd384ccd" /><Relationship Type="http://schemas.openxmlformats.org/officeDocument/2006/relationships/slide" Target="/ppt/slides/slide4.xml" Id="R4d61c6ee85d545a1" /><Relationship Type="http://schemas.openxmlformats.org/officeDocument/2006/relationships/slide" Target="/ppt/slides/slide5.xml" Id="R99366062ff1c40f2" /><Relationship Type="http://schemas.openxmlformats.org/officeDocument/2006/relationships/slide" Target="/ppt/slides/slide6.xml" Id="R5a94c6b089be41ca" /><Relationship Type="http://schemas.openxmlformats.org/officeDocument/2006/relationships/slide" Target="/ppt/slides/slide7.xml" Id="R1f8b61c35a134762" /><Relationship Type="http://schemas.openxmlformats.org/officeDocument/2006/relationships/slide" Target="/ppt/slides/slide8.xml" Id="R7b5e46a4dfea4b07" /><Relationship Type="http://schemas.openxmlformats.org/officeDocument/2006/relationships/slide" Target="/ppt/slides/slide9.xml" Id="R1098195d922e4ad4" /><Relationship Type="http://schemas.openxmlformats.org/officeDocument/2006/relationships/slide" Target="/ppt/slides/slide10.xml" Id="Rede9b81fc29d4e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647699d659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a6e6e5147a4f1e" /><Relationship Type="http://schemas.openxmlformats.org/officeDocument/2006/relationships/notesMaster" Target="/ppt/notesMasters/notesMaster1.xml" Id="R50f56c4ac58546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90736511b241c0" /><Relationship Type="http://schemas.openxmlformats.org/officeDocument/2006/relationships/notesMaster" Target="/ppt/notesMasters/notesMaster1.xml" Id="R13e23a4c383d41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11c2dd4c824344" /><Relationship Type="http://schemas.openxmlformats.org/officeDocument/2006/relationships/notesMaster" Target="/ppt/notesMasters/notesMaster1.xml" Id="Rd53b0a10af7341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29a48892d3417e" /><Relationship Type="http://schemas.openxmlformats.org/officeDocument/2006/relationships/notesMaster" Target="/ppt/notesMasters/notesMaster1.xml" Id="R73a207c1367b4f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9c0cf50fff4451" /><Relationship Type="http://schemas.openxmlformats.org/officeDocument/2006/relationships/notesMaster" Target="/ppt/notesMasters/notesMaster1.xml" Id="R2082c6e0b32347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b0dd34ac6444cc" /><Relationship Type="http://schemas.openxmlformats.org/officeDocument/2006/relationships/notesMaster" Target="/ppt/notesMasters/notesMaster1.xml" Id="R4058e56ac8a54e1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83506d450d4681" /><Relationship Type="http://schemas.openxmlformats.org/officeDocument/2006/relationships/notesMaster" Target="/ppt/notesMasters/notesMaster1.xml" Id="R3afe97242c0742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0888bc9c1d440f" /><Relationship Type="http://schemas.openxmlformats.org/officeDocument/2006/relationships/notesMaster" Target="/ppt/notesMasters/notesMaster1.xml" Id="R06b8d6237f67419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8c14ea0e3a4412" /><Relationship Type="http://schemas.openxmlformats.org/officeDocument/2006/relationships/notesMaster" Target="/ppt/notesMasters/notesMaster1.xml" Id="Rb2490c518d414e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27b89ad4334121" /><Relationship Type="http://schemas.openxmlformats.org/officeDocument/2006/relationships/notesMaster" Target="/ppt/notesMasters/notesMaster1.xml" Id="R3b0298c9a1e54e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032c4aad7c42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62ecc002474e34" /><Relationship Type="http://schemas.openxmlformats.org/officeDocument/2006/relationships/slideLayout" Target="/ppt/slideLayouts/slideLayout1.xml" Id="R814dd9f8761948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4dd9f8761948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5d274409a4059" /><Relationship Type="http://schemas.openxmlformats.org/officeDocument/2006/relationships/notesSlide" Target="/ppt/notesSlides/notesSlide1.xml" Id="R8c96a6aa0eaf4f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8a352d47b4ba0" /><Relationship Type="http://schemas.openxmlformats.org/officeDocument/2006/relationships/notesSlide" Target="/ppt/notesSlides/notesSlide2.xml" Id="Rf27c1f32d4a445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dcc86f8c642c0" /><Relationship Type="http://schemas.openxmlformats.org/officeDocument/2006/relationships/notesSlide" Target="/ppt/notesSlides/notesSlide3.xml" Id="R12af34b94dd14b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327f8da384542" /><Relationship Type="http://schemas.openxmlformats.org/officeDocument/2006/relationships/notesSlide" Target="/ppt/notesSlides/notesSlide4.xml" Id="R281eaed4fe9440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eb2b3155f4218" /><Relationship Type="http://schemas.openxmlformats.org/officeDocument/2006/relationships/notesSlide" Target="/ppt/notesSlides/notesSlide5.xml" Id="R723d84515eeb47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cce9f4f2b4012" /><Relationship Type="http://schemas.openxmlformats.org/officeDocument/2006/relationships/notesSlide" Target="/ppt/notesSlides/notesSlide6.xml" Id="Rae4fc29169fa4cc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d62e6123d9404a" /><Relationship Type="http://schemas.openxmlformats.org/officeDocument/2006/relationships/notesSlide" Target="/ppt/notesSlides/notesSlide7.xml" Id="R514a46cfb37d4c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395a2d1fd6409e" /><Relationship Type="http://schemas.openxmlformats.org/officeDocument/2006/relationships/notesSlide" Target="/ppt/notesSlides/notesSlide8.xml" Id="R24b614299d7e419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034be72f38419e" /><Relationship Type="http://schemas.openxmlformats.org/officeDocument/2006/relationships/notesSlide" Target="/ppt/notesSlides/notesSlide9.xml" Id="R07a78e7f929941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2725a59584cae" /><Relationship Type="http://schemas.openxmlformats.org/officeDocument/2006/relationships/notesSlide" Target="/ppt/notesSlides/notesSlide10.xml" Id="R359286d0b79e49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2C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CE7C3-DF6C-4882-96B9-75DDFB17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4F4CF"/>
                </a:solidFill>
              </a:defRPr>
            </a:pPr>
            <a:r>
              <a:rPr sz="1200" b="1">
                <a:solidFill>
                  <a:srgbClr val="A4F4CF"/>
                </a:solidFill>
              </a:rPr>
              <a:t>TREINAMENTO INTERNO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41DCD-82ED-4DE1-BF20-B04C4E01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Zé Registra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4176E7-15DF-42C1-86AC-9D81940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D0FAE5"/>
                </a:solidFill>
              </a:defRPr>
            </a:pPr>
            <a:r>
              <a:rPr sz="1950" b="0">
                <a:solidFill>
                  <a:srgbClr val="D0FAE5"/>
                </a:solidFill>
              </a:rPr>
              <a:t>Como usar o sistema no dia a dia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6D34CF-5B57-4026-8B1B-ECDA9E49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Treinamento interno · RC2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EDBD3-49C2-45D2-84C6-F896B20B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4F4CF"/>
                </a:solidFill>
              </a:defRPr>
            </a:pPr>
            <a:r>
              <a:rPr sz="1050" b="0">
                <a:solidFill>
                  <a:srgbClr val="A4F4CF"/>
                </a:solidFill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3780064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7E856-9114-4FFC-8F60-5257428C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14369D-C786-4437-B816-F375674F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O que o sistema centraliza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9B5B4-A941-41C8-B93A-950DFAE4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Pesquisa RPI · análise · CRM · propostas · protocolo · portal · financeiro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14AD0-1C40-4882-AF22-9D37EFDC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Uma única linha do tempo para acompanhar o cliente e o processo.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D7871-4ED7-4ECA-9B95-2F443972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2/10</a:t>
            </a:r>
          </a:p>
        </p:txBody>
      </p:sp>
    </p:spTree>
    <p:extLst>
      <p:ext uri="{BB962C8B-B14F-4D97-AF65-F5344CB8AC3E}">
        <p14:creationId xmlns:p14="http://schemas.microsoft.com/office/powerpoint/2010/main" val="782237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41158-A0A7-481C-84E9-E8DD30D6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FD67E-C005-4CC9-B89C-0C73E9CE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Comece pela Visão geral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713A5-3921-4212-9F40-0A8F084A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Use os cards para localizar pendências e atalhos.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F231B-44A6-4410-AE14-A7375C5F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Confirme sempre seu perfil e as permissões disponíveis.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B2999-9D68-47E0-8504-973482C3E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3/10</a:t>
            </a:r>
          </a:p>
        </p:txBody>
      </p:sp>
    </p:spTree>
    <p:extLst>
      <p:ext uri="{BB962C8B-B14F-4D97-AF65-F5344CB8AC3E}">
        <p14:creationId xmlns:p14="http://schemas.microsoft.com/office/powerpoint/2010/main" val="8621678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D4B980-9C77-47AC-B0E3-BE60ACB4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AC06F4-B836-44A2-9F04-84B5A4DC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CRM: registre cada interação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3845F-80D6-41A8-90F2-EDE3D6E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Empresa, contato e oportunidade ficam separados.</a:t>
            </a:r>
          </a:p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Toda oportunidade aberta precisa de responsável e próxima 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4917A-794E-45A2-A4A9-6043F656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Abrir contato registra cliente, data/hora, observação e próximo contato.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C00564-A8A8-41FE-A1F0-4271EA2AE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4/10</a:t>
            </a:r>
          </a:p>
        </p:txBody>
      </p:sp>
    </p:spTree>
    <p:extLst>
      <p:ext uri="{BB962C8B-B14F-4D97-AF65-F5344CB8AC3E}">
        <p14:creationId xmlns:p14="http://schemas.microsoft.com/office/powerpoint/2010/main" val="6141169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80C24-815E-4A06-A340-EE073B4B1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842BA-1ED4-4F56-AF0F-98361319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RPI e processos monitorados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A9AC2-22D1-468A-877E-FC3A3B11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Consulte publicações, abra registros e filtre por situação no INPI.</a:t>
            </a:r>
          </a:p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Confira número oficial, Nice, Viena e movimentações.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F02A7-0261-454E-9457-D8B89C86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Arquivos inválidos não devem ser importados.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04E0E-516F-4B50-AD21-48DE66BA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5/10</a:t>
            </a:r>
          </a:p>
        </p:txBody>
      </p:sp>
    </p:spTree>
    <p:extLst>
      <p:ext uri="{BB962C8B-B14F-4D97-AF65-F5344CB8AC3E}">
        <p14:creationId xmlns:p14="http://schemas.microsoft.com/office/powerpoint/2010/main" val="264749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919B2-CCC8-4D43-91EE-C1ECE893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79EFE-5A07-4EB1-BC34-6749720E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Proposta e protocolo em 24 horas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8293B-9C3E-454F-AE10-840D7618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Preencha escopo, honorários, GRU e condições.</a:t>
            </a:r>
          </a:p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Envie o link seguro e acompanhe aceite, pagamento e documentos.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0E111-98A9-42AC-A11C-1C138CCE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O SLA começa somente quando as três condições estão completas.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1BAC1-ACCF-458B-B2C3-1E682E28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6/10</a:t>
            </a:r>
          </a:p>
        </p:txBody>
      </p:sp>
    </p:spTree>
    <p:extLst>
      <p:ext uri="{BB962C8B-B14F-4D97-AF65-F5344CB8AC3E}">
        <p14:creationId xmlns:p14="http://schemas.microsoft.com/office/powerpoint/2010/main" val="788325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1C1AF-E24E-4AB6-9F1C-D4DBB7B9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95776-A5E4-42E5-A500-11EE3992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Financeiro sem duplicidade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C4D23-37E8-4037-B63E-B0C0438F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Contrate serviços vinculando proposta, oportunidade ou processo.</a:t>
            </a:r>
          </a:p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Acompanhe parcelas, GRUs, recibos, inadimplência e renovação.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7316B-1C52-4629-A048-D12D9489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Permissões financeiras são separadas das jurídicas.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B63233-091A-4070-ABE2-D3D57E7C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7/10</a:t>
            </a:r>
          </a:p>
        </p:txBody>
      </p:sp>
    </p:spTree>
    <p:extLst>
      <p:ext uri="{BB962C8B-B14F-4D97-AF65-F5344CB8AC3E}">
        <p14:creationId xmlns:p14="http://schemas.microsoft.com/office/powerpoint/2010/main" val="4845717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1ADFAB-922E-4D65-8169-D46FA3C9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C4FC8-000B-4778-8375-FA98161C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Portal e documentos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B214A-9F8D-408E-A38D-182CEC46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O cliente acessa somente os próprios dados.</a:t>
            </a:r>
          </a:p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Pendências obrigatórias bloqueiam avanço.</a:t>
            </a:r>
          </a:p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Documento assinado alterado gera nova versão.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DF1B0-E47E-41B1-BFE8-FC5C9E5D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O responsável pelo atendimento pode abrir o portal do cliente.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F580BA-287F-4F14-AFE6-F27DF816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8/10</a:t>
            </a:r>
          </a:p>
        </p:txBody>
      </p:sp>
    </p:spTree>
    <p:extLst>
      <p:ext uri="{BB962C8B-B14F-4D97-AF65-F5344CB8AC3E}">
        <p14:creationId xmlns:p14="http://schemas.microsoft.com/office/powerpoint/2010/main" val="86521216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8DBB4-E78B-4859-8C25-A59E1E91F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A9427-6CEB-49E6-9D08-EB2B7A68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Segurança e suporte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E8986-05C1-4CE9-95DF-12989E58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Não compartilhe credenciais. Confirme tenant antes de editar.</a:t>
            </a:r>
          </a:p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Em chamados, informe request ID, horário, tela e passos.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BC872-C394-451A-B51D-1F8ADCE1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Score e busca apoiam a análise; não substituem revisão jurídica.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51044-5AA9-4302-AB8C-89343B51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9/10</a:t>
            </a:r>
          </a:p>
        </p:txBody>
      </p:sp>
    </p:spTree>
    <p:extLst>
      <p:ext uri="{BB962C8B-B14F-4D97-AF65-F5344CB8AC3E}">
        <p14:creationId xmlns:p14="http://schemas.microsoft.com/office/powerpoint/2010/main" val="15046056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7CBE07-79D6-4537-8AC8-CA1A307C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7A55"/>
                </a:solidFill>
              </a:defRPr>
            </a:pPr>
            <a:r>
              <a:rPr sz="1200" b="1">
                <a:solidFill>
                  <a:srgbClr val="007A55"/>
                </a:solidFill>
              </a:rPr>
              <a:t>ZÉ REGISTRA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28D12-504A-4255-BBA6-AF00BB0C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Encerramento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E3B2B-AFB8-425E-8C64-226A3DAE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1009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4158"/>
                </a:solidFill>
              </a:defRPr>
            </a:pPr>
            <a:r>
              <a:rPr sz="2025" b="0">
                <a:solidFill>
                  <a:srgbClr val="314158"/>
                </a:solidFill>
              </a:rPr>
              <a:t>Use o sistema como registro oficial da operação.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FB598-F431-4022-955B-859709EC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6045"/>
                </a:solidFill>
              </a:defRPr>
            </a:pPr>
            <a:r>
              <a:rPr sz="1275" b="1">
                <a:solidFill>
                  <a:srgbClr val="006045"/>
                </a:solidFill>
              </a:rPr>
              <a:t>Dúvidas operacionais: atendimento · dúvidas técnicas: Tech · questões jurídicas: responsável jurídico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ADBB4-8F14-4F76-9940-712BE8F1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1912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2748E"/>
                </a:solidFill>
              </a:defRPr>
            </a:pPr>
            <a:r>
              <a:rPr sz="1050" b="0">
                <a:solidFill>
                  <a:srgbClr val="62748E"/>
                </a:solidFill>
              </a:rPr>
              <a:t>10/10</a:t>
            </a:r>
          </a:p>
        </p:txBody>
      </p:sp>
    </p:spTree>
    <p:extLst>
      <p:ext uri="{BB962C8B-B14F-4D97-AF65-F5344CB8AC3E}">
        <p14:creationId xmlns:p14="http://schemas.microsoft.com/office/powerpoint/2010/main" val="9071738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2026-08-17T22:43:33.0280000Z</dcterms:created>
  <dcterms:modified xsi:type="dcterms:W3CDTF">2026-08-17T22:43:33.0280000Z</dcterms:modified>
</coreProperties>
</file>